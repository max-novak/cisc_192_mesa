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3" autoAdjust="0"/>
    <p:restoredTop sz="94660"/>
  </p:normalViewPr>
  <p:slideViewPr>
    <p:cSldViewPr snapToGrid="0">
      <p:cViewPr varScale="1">
        <p:scale>
          <a:sx n="80" d="100"/>
          <a:sy n="80" d="100"/>
        </p:scale>
        <p:origin x="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Program arguments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Adding directions at run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7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85825"/>
            <a:ext cx="10144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Here’s a program being started at the command line:</a:t>
            </a:r>
          </a:p>
          <a:p>
            <a:endParaRPr lang="en-US" dirty="0"/>
          </a:p>
          <a:p>
            <a:r>
              <a:rPr lang="en-US" dirty="0" smtClean="0"/>
              <a:t>	</a:t>
            </a:r>
            <a:r>
              <a:rPr lang="en-US" dirty="0" err="1" smtClean="0"/>
              <a:t>dir</a:t>
            </a:r>
            <a:r>
              <a:rPr lang="en-US" dirty="0" smtClean="0"/>
              <a:t> /p</a:t>
            </a:r>
          </a:p>
          <a:p>
            <a:endParaRPr lang="en-US" dirty="0"/>
          </a:p>
          <a:p>
            <a:r>
              <a:rPr lang="en-US" dirty="0" smtClean="0"/>
              <a:t>That command tells Windows “list all files in this directory, a page at a time”</a:t>
            </a:r>
          </a:p>
          <a:p>
            <a:r>
              <a:rPr lang="en-US" dirty="0" smtClean="0"/>
              <a:t>The “/p” is an ARGUMENT which provides extra information to the command DIR</a:t>
            </a:r>
          </a:p>
          <a:p>
            <a:endParaRPr lang="en-US" dirty="0"/>
          </a:p>
          <a:p>
            <a:r>
              <a:rPr lang="en-US" dirty="0" smtClean="0"/>
              <a:t>When we write C++ programs, we’ll tell </a:t>
            </a:r>
            <a:r>
              <a:rPr lang="en-US" dirty="0" err="1" smtClean="0"/>
              <a:t>CodeBlocks</a:t>
            </a:r>
            <a:r>
              <a:rPr lang="en-US" dirty="0" smtClean="0"/>
              <a:t> to “provide” our arguments to the program when it runs, OR: we’ll run the program from a DOS command line OUTSIDE </a:t>
            </a:r>
            <a:r>
              <a:rPr lang="en-US" dirty="0" err="1" smtClean="0"/>
              <a:t>CodeBlocks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803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</a:t>
            </a:r>
            <a:r>
              <a:rPr lang="en-US" dirty="0" err="1" smtClean="0"/>
              <a:t>Codeblocks</a:t>
            </a:r>
            <a:r>
              <a:rPr lang="en-US" dirty="0" smtClean="0"/>
              <a:t> provide the </a:t>
            </a:r>
            <a:r>
              <a:rPr lang="en-US" dirty="0" err="1" smtClean="0"/>
              <a:t>args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76325" y="2971800"/>
            <a:ext cx="99917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 the </a:t>
            </a:r>
            <a:r>
              <a:rPr lang="en-US" dirty="0" err="1" smtClean="0"/>
              <a:t>CodeBlocks</a:t>
            </a:r>
            <a:r>
              <a:rPr lang="en-US" dirty="0" smtClean="0"/>
              <a:t> </a:t>
            </a:r>
            <a:r>
              <a:rPr lang="en-US" dirty="0" err="1" smtClean="0"/>
              <a:t>MenuBar</a:t>
            </a:r>
            <a:r>
              <a:rPr lang="en-US" dirty="0" smtClean="0"/>
              <a:t> click “PROJECT”</a:t>
            </a:r>
          </a:p>
          <a:p>
            <a:r>
              <a:rPr lang="en-US" dirty="0" smtClean="0"/>
              <a:t>Then Click “SET PROGRAM ARGUMENTS”</a:t>
            </a:r>
          </a:p>
          <a:p>
            <a:r>
              <a:rPr lang="en-US" dirty="0" smtClean="0"/>
              <a:t>When the arguments window comes up, type the text you want the program to receive in the lower window, separated by spaces</a:t>
            </a:r>
          </a:p>
          <a:p>
            <a:r>
              <a:rPr lang="en-US" dirty="0" smtClean="0"/>
              <a:t>Click OK</a:t>
            </a:r>
          </a:p>
          <a:p>
            <a:r>
              <a:rPr lang="en-US" dirty="0" smtClean="0"/>
              <a:t>Build and run the program normally.  The program will be supplied the </a:t>
            </a:r>
            <a:r>
              <a:rPr lang="en-US" dirty="0" err="1" smtClean="0"/>
              <a:t>args</a:t>
            </a:r>
            <a:r>
              <a:rPr lang="en-US" dirty="0" smtClean="0"/>
              <a:t> you typed into the window, and receive them in </a:t>
            </a:r>
            <a:r>
              <a:rPr lang="en-US" dirty="0" err="1" smtClean="0"/>
              <a:t>argv</a:t>
            </a:r>
            <a:r>
              <a:rPr lang="en-US" dirty="0" smtClean="0"/>
              <a:t>[]</a:t>
            </a:r>
          </a:p>
          <a:p>
            <a:r>
              <a:rPr lang="en-US" dirty="0" smtClean="0"/>
              <a:t>Review: remember main()’s signature: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 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argc</a:t>
            </a:r>
            <a:r>
              <a:rPr lang="en-US" dirty="0" smtClean="0"/>
              <a:t>, char *</a:t>
            </a:r>
            <a:r>
              <a:rPr lang="en-US" dirty="0" err="1" smtClean="0"/>
              <a:t>argv</a:t>
            </a:r>
            <a:r>
              <a:rPr lang="en-US" dirty="0" smtClean="0"/>
              <a:t>[] 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Argv</a:t>
            </a:r>
            <a:r>
              <a:rPr lang="en-US" dirty="0" smtClean="0"/>
              <a:t> is an array of character arrays, containing arguments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03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C++ program’s </a:t>
            </a:r>
            <a:r>
              <a:rPr lang="en-US" dirty="0" err="1" smtClean="0"/>
              <a:t>args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52525" y="3019425"/>
            <a:ext cx="10020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Int</a:t>
            </a:r>
            <a:r>
              <a:rPr lang="en-US" dirty="0" smtClean="0"/>
              <a:t> main(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argc</a:t>
            </a:r>
            <a:r>
              <a:rPr lang="en-US" dirty="0" smtClean="0"/>
              <a:t>, char *</a:t>
            </a:r>
            <a:r>
              <a:rPr lang="en-US" dirty="0" err="1" smtClean="0"/>
              <a:t>argv</a:t>
            </a:r>
            <a:r>
              <a:rPr lang="en-US" dirty="0" smtClean="0"/>
              <a:t>[]) means:</a:t>
            </a:r>
          </a:p>
          <a:p>
            <a:r>
              <a:rPr lang="en-US" dirty="0" smtClean="0"/>
              <a:t>When a program starts to run, the operating system tells it how many command-line arguments there are (in </a:t>
            </a:r>
            <a:r>
              <a:rPr lang="en-US" dirty="0" err="1" smtClean="0"/>
              <a:t>argc</a:t>
            </a:r>
            <a:r>
              <a:rPr lang="en-US" dirty="0" smtClean="0"/>
              <a:t>), and passes copies of them (in </a:t>
            </a:r>
            <a:r>
              <a:rPr lang="en-US" dirty="0" err="1" smtClean="0"/>
              <a:t>argv</a:t>
            </a:r>
            <a:r>
              <a:rPr lang="en-US" dirty="0" smtClean="0"/>
              <a:t>[]).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5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438150"/>
            <a:ext cx="116300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Example: when you run average 2, 98, 122, 15</a:t>
            </a:r>
          </a:p>
          <a:p>
            <a:endParaRPr lang="en-US" dirty="0"/>
          </a:p>
          <a:p>
            <a:r>
              <a:rPr lang="en-US" dirty="0" err="1" smtClean="0"/>
              <a:t>average.cpp’s</a:t>
            </a:r>
            <a:r>
              <a:rPr lang="en-US" dirty="0" smtClean="0"/>
              <a:t> </a:t>
            </a:r>
            <a:r>
              <a:rPr lang="en-US" dirty="0" err="1" smtClean="0"/>
              <a:t>args</a:t>
            </a:r>
            <a:r>
              <a:rPr lang="en-US" dirty="0" smtClean="0"/>
              <a:t> look like this:</a:t>
            </a:r>
          </a:p>
          <a:p>
            <a:r>
              <a:rPr lang="en-US" dirty="0" err="1"/>
              <a:t>a</a:t>
            </a:r>
            <a:r>
              <a:rPr lang="en-US" dirty="0" err="1" smtClean="0"/>
              <a:t>rgc</a:t>
            </a:r>
            <a:r>
              <a:rPr lang="en-US" dirty="0" smtClean="0"/>
              <a:t>: 5</a:t>
            </a:r>
          </a:p>
          <a:p>
            <a:r>
              <a:rPr lang="en-US" dirty="0" err="1"/>
              <a:t>a</a:t>
            </a:r>
            <a:r>
              <a:rPr lang="en-US" dirty="0" err="1" smtClean="0"/>
              <a:t>rgc</a:t>
            </a:r>
            <a:r>
              <a:rPr lang="en-US" dirty="0" smtClean="0"/>
              <a:t>[0] = “average”</a:t>
            </a:r>
          </a:p>
          <a:p>
            <a:r>
              <a:rPr lang="en-US" dirty="0" err="1"/>
              <a:t>a</a:t>
            </a:r>
            <a:r>
              <a:rPr lang="en-US" dirty="0" err="1" smtClean="0"/>
              <a:t>rgc</a:t>
            </a:r>
            <a:r>
              <a:rPr lang="en-US" dirty="0" smtClean="0"/>
              <a:t>[1] = “2”</a:t>
            </a:r>
          </a:p>
          <a:p>
            <a:r>
              <a:rPr lang="en-US" dirty="0" err="1"/>
              <a:t>a</a:t>
            </a:r>
            <a:r>
              <a:rPr lang="en-US" dirty="0" err="1" smtClean="0"/>
              <a:t>rgc</a:t>
            </a:r>
            <a:r>
              <a:rPr lang="en-US" dirty="0" smtClean="0"/>
              <a:t>[2] = “98”</a:t>
            </a:r>
          </a:p>
          <a:p>
            <a:r>
              <a:rPr lang="en-US" dirty="0" err="1"/>
              <a:t>a</a:t>
            </a:r>
            <a:r>
              <a:rPr lang="en-US" dirty="0" err="1" smtClean="0"/>
              <a:t>rgc</a:t>
            </a:r>
            <a:r>
              <a:rPr lang="en-US" dirty="0" smtClean="0"/>
              <a:t>[3] = “122”</a:t>
            </a:r>
          </a:p>
          <a:p>
            <a:r>
              <a:rPr lang="en-US" dirty="0" err="1"/>
              <a:t>a</a:t>
            </a:r>
            <a:r>
              <a:rPr lang="en-US" dirty="0" err="1" smtClean="0"/>
              <a:t>rgc</a:t>
            </a:r>
            <a:r>
              <a:rPr lang="en-US" dirty="0" smtClean="0"/>
              <a:t>[4] = “15”</a:t>
            </a:r>
          </a:p>
          <a:p>
            <a:endParaRPr lang="en-US" dirty="0"/>
          </a:p>
          <a:p>
            <a:r>
              <a:rPr lang="en-US" dirty="0" smtClean="0"/>
              <a:t>See?  </a:t>
            </a:r>
            <a:r>
              <a:rPr lang="en-US" dirty="0" err="1" smtClean="0"/>
              <a:t>argc</a:t>
            </a:r>
            <a:r>
              <a:rPr lang="en-US" dirty="0" smtClean="0"/>
              <a:t> will always be &gt; 0, since the program gets at least its own name from Windows.</a:t>
            </a:r>
          </a:p>
          <a:p>
            <a:r>
              <a:rPr lang="en-US" dirty="0" smtClean="0"/>
              <a:t>AND: all arguments are string constants, not numbers.  If you’re passing in numbers, you’ll </a:t>
            </a:r>
          </a:p>
          <a:p>
            <a:r>
              <a:rPr lang="en-US" dirty="0" smtClean="0"/>
              <a:t>need to convert them with something like: </a:t>
            </a:r>
            <a:r>
              <a:rPr lang="en-US" dirty="0" err="1" smtClean="0"/>
              <a:t>int</a:t>
            </a:r>
            <a:r>
              <a:rPr lang="en-US" dirty="0" smtClean="0"/>
              <a:t> skip = </a:t>
            </a:r>
            <a:r>
              <a:rPr lang="en-US" dirty="0" err="1" smtClean="0"/>
              <a:t>atoi</a:t>
            </a:r>
            <a:r>
              <a:rPr lang="en-US" dirty="0" smtClean="0"/>
              <a:t>(</a:t>
            </a:r>
            <a:r>
              <a:rPr lang="en-US" dirty="0" err="1" smtClean="0"/>
              <a:t>argv</a:t>
            </a:r>
            <a:r>
              <a:rPr lang="en-US" dirty="0" smtClean="0"/>
              <a:t>[2]) ; // ASCII to </a:t>
            </a:r>
            <a:r>
              <a:rPr lang="en-US" dirty="0" err="1" smtClean="0"/>
              <a:t>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2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from the Win command line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43000" y="2857500"/>
            <a:ext cx="9867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can run your Code Blocks programs from the Win command line, too, you just have to find them.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CodeBlocks</a:t>
            </a:r>
            <a:r>
              <a:rPr lang="en-US" dirty="0" smtClean="0"/>
              <a:t>, you created a project: remember what directory you put it in.</a:t>
            </a:r>
          </a:p>
          <a:p>
            <a:r>
              <a:rPr lang="en-US" dirty="0" smtClean="0"/>
              <a:t>Click Start and type in CMD, hit ENTER</a:t>
            </a:r>
          </a:p>
          <a:p>
            <a:r>
              <a:rPr lang="en-US" dirty="0" smtClean="0"/>
              <a:t>A DOS window will open.</a:t>
            </a:r>
          </a:p>
          <a:p>
            <a:r>
              <a:rPr lang="en-US" dirty="0" smtClean="0"/>
              <a:t>Go there, and CD down to the directory where the EXE file has been stored.</a:t>
            </a:r>
          </a:p>
          <a:p>
            <a:r>
              <a:rPr lang="en-US" dirty="0" smtClean="0"/>
              <a:t>Type the name of the EXE file, followed by any </a:t>
            </a:r>
            <a:r>
              <a:rPr lang="en-US" dirty="0" err="1" smtClean="0"/>
              <a:t>args</a:t>
            </a:r>
            <a:r>
              <a:rPr lang="en-US" dirty="0" smtClean="0"/>
              <a:t> you want</a:t>
            </a:r>
          </a:p>
          <a:p>
            <a:r>
              <a:rPr lang="en-US" dirty="0" smtClean="0"/>
              <a:t>Hit Enter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27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238125"/>
            <a:ext cx="1183005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Example: if you’re running Windows, and you built project GAMEFLIP on your thumb drive at </a:t>
            </a:r>
          </a:p>
          <a:p>
            <a:r>
              <a:rPr lang="en-US" smtClean="0"/>
              <a:t>F:\</a:t>
            </a:r>
            <a:r>
              <a:rPr lang="en-US" dirty="0" smtClean="0"/>
              <a:t>PROJECTS\CISC192\GAMEFLIP  go there this way:</a:t>
            </a:r>
          </a:p>
          <a:p>
            <a:r>
              <a:rPr lang="en-US" dirty="0" smtClean="0"/>
              <a:t>e:</a:t>
            </a:r>
          </a:p>
          <a:p>
            <a:r>
              <a:rPr lang="en-US" dirty="0" smtClean="0"/>
              <a:t>cd projects\cisc192\</a:t>
            </a:r>
            <a:r>
              <a:rPr lang="en-US" dirty="0" err="1" smtClean="0"/>
              <a:t>gameflip</a:t>
            </a:r>
            <a:endParaRPr lang="en-US" dirty="0" smtClean="0"/>
          </a:p>
          <a:p>
            <a:r>
              <a:rPr lang="en-US" dirty="0" smtClean="0"/>
              <a:t>look around:</a:t>
            </a:r>
          </a:p>
          <a:p>
            <a:r>
              <a:rPr lang="en-US" dirty="0"/>
              <a:t>F:\PROJECTS\CISC192&gt;cd </a:t>
            </a:r>
            <a:r>
              <a:rPr lang="en-US" dirty="0" err="1"/>
              <a:t>gameflip</a:t>
            </a:r>
            <a:endParaRPr lang="en-US" dirty="0"/>
          </a:p>
          <a:p>
            <a:endParaRPr lang="en-US" dirty="0"/>
          </a:p>
          <a:p>
            <a:r>
              <a:rPr lang="en-US" dirty="0"/>
              <a:t>F:\PROJECTS\CISC192\gameflip&gt;dir</a:t>
            </a:r>
          </a:p>
          <a:p>
            <a:r>
              <a:rPr lang="en-US" dirty="0"/>
              <a:t> Volume in drive F is 2HARRISBURG</a:t>
            </a:r>
          </a:p>
          <a:p>
            <a:r>
              <a:rPr lang="en-US" dirty="0"/>
              <a:t> Volume Serial Number is C476-1DDA</a:t>
            </a:r>
          </a:p>
          <a:p>
            <a:endParaRPr lang="en-US" dirty="0"/>
          </a:p>
          <a:p>
            <a:r>
              <a:rPr lang="en-US" dirty="0"/>
              <a:t> Directory of F:\PROJECTS\CISC192\gameflip</a:t>
            </a:r>
          </a:p>
          <a:p>
            <a:endParaRPr lang="en-US" dirty="0"/>
          </a:p>
          <a:p>
            <a:r>
              <a:rPr lang="en-US" dirty="0"/>
              <a:t>06/09/2016  08:38 AM    &lt;DIR&gt;          .</a:t>
            </a:r>
          </a:p>
          <a:p>
            <a:r>
              <a:rPr lang="en-US" dirty="0"/>
              <a:t>06/09/2016  08:38 AM    &lt;DIR&gt;          ..</a:t>
            </a:r>
          </a:p>
          <a:p>
            <a:r>
              <a:rPr lang="en-US" dirty="0"/>
              <a:t>06/09/2016  08:37 AM    &lt;DIR&gt;          bin</a:t>
            </a:r>
          </a:p>
          <a:p>
            <a:r>
              <a:rPr lang="en-US" dirty="0"/>
              <a:t>06/09/2016  08:35 AM             1,109 </a:t>
            </a:r>
            <a:r>
              <a:rPr lang="en-US" dirty="0" err="1"/>
              <a:t>gameflip.cbp</a:t>
            </a:r>
            <a:endParaRPr lang="en-US" dirty="0"/>
          </a:p>
          <a:p>
            <a:r>
              <a:rPr lang="en-US" dirty="0"/>
              <a:t>06/09/2016  08:37 AM               308 main.cpp</a:t>
            </a:r>
          </a:p>
          <a:p>
            <a:r>
              <a:rPr lang="en-US" dirty="0"/>
              <a:t>06/09/2016  08:37 AM    &lt;DIR&gt;          </a:t>
            </a:r>
            <a:r>
              <a:rPr lang="en-US" dirty="0" err="1"/>
              <a:t>obj</a:t>
            </a:r>
            <a:endParaRPr lang="en-US" dirty="0"/>
          </a:p>
          <a:p>
            <a:r>
              <a:rPr lang="en-US" dirty="0"/>
              <a:t>               2 File(s)          1,417 </a:t>
            </a:r>
            <a:r>
              <a:rPr lang="en-US" dirty="0" smtClean="0"/>
              <a:t>bytes</a:t>
            </a:r>
          </a:p>
          <a:p>
            <a:r>
              <a:rPr lang="en-US" dirty="0" smtClean="0"/>
              <a:t>See the “bin” directory?  CD into it: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92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" y="200025"/>
            <a:ext cx="117538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(Here’s the program, by the way:)</a:t>
            </a:r>
          </a:p>
          <a:p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/>
              <a:t>;</a:t>
            </a:r>
          </a:p>
          <a:p>
            <a:r>
              <a:rPr lang="en-US" dirty="0" err="1"/>
              <a:t>int</a:t>
            </a:r>
            <a:r>
              <a:rPr lang="en-US" dirty="0"/>
              <a:t> main(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argc</a:t>
            </a:r>
            <a:r>
              <a:rPr lang="en-US" dirty="0"/>
              <a:t>, char *</a:t>
            </a:r>
            <a:r>
              <a:rPr lang="en-US" dirty="0" err="1"/>
              <a:t>argv</a:t>
            </a:r>
            <a:r>
              <a:rPr lang="en-US" dirty="0"/>
              <a:t>[])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"GAMEFLIP received these arguments:\n" 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</a:t>
            </a:r>
            <a:r>
              <a:rPr lang="en-US" dirty="0" err="1"/>
              <a:t>argc</a:t>
            </a:r>
            <a:r>
              <a:rPr lang="en-US" dirty="0"/>
              <a:t>: " &lt;&lt; </a:t>
            </a:r>
            <a:r>
              <a:rPr lang="en-US" dirty="0" err="1"/>
              <a:t>argc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 ;</a:t>
            </a:r>
          </a:p>
          <a:p>
            <a:r>
              <a:rPr lang="en-US" dirty="0"/>
              <a:t>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 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argc</a:t>
            </a:r>
            <a:r>
              <a:rPr lang="en-US" dirty="0"/>
              <a:t> 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</a:t>
            </a:r>
            <a:r>
              <a:rPr lang="en-US" dirty="0" err="1"/>
              <a:t>argv</a:t>
            </a:r>
            <a:r>
              <a:rPr lang="en-US" dirty="0"/>
              <a:t>[" &lt;&lt; </a:t>
            </a:r>
            <a:r>
              <a:rPr lang="en-US" dirty="0" err="1"/>
              <a:t>i</a:t>
            </a:r>
            <a:r>
              <a:rPr lang="en-US" dirty="0"/>
              <a:t> &lt;&lt; "]: " &lt;&lt; </a:t>
            </a:r>
            <a:r>
              <a:rPr lang="en-US" dirty="0" err="1"/>
              <a:t>argv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&lt;&lt; </a:t>
            </a:r>
            <a:r>
              <a:rPr lang="en-US" dirty="0" err="1"/>
              <a:t>endl</a:t>
            </a:r>
            <a:r>
              <a:rPr lang="en-US" dirty="0"/>
              <a:t> 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0;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  <a:p>
            <a:r>
              <a:rPr lang="en-US" dirty="0" smtClean="0"/>
              <a:t>See how it uses the </a:t>
            </a:r>
            <a:r>
              <a:rPr lang="en-US" dirty="0" err="1" smtClean="0"/>
              <a:t>argc</a:t>
            </a:r>
            <a:r>
              <a:rPr lang="en-US" dirty="0" smtClean="0"/>
              <a:t> count to know how many </a:t>
            </a:r>
            <a:r>
              <a:rPr lang="en-US" dirty="0" err="1" smtClean="0"/>
              <a:t>args</a:t>
            </a:r>
            <a:r>
              <a:rPr lang="en-US" dirty="0" smtClean="0"/>
              <a:t> to display?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9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" y="123825"/>
            <a:ext cx="120015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r>
              <a:rPr lang="en-US" dirty="0"/>
              <a:t>:\PROJECTS\CISC192\gameflip&gt;cd bin</a:t>
            </a:r>
          </a:p>
          <a:p>
            <a:endParaRPr lang="en-US" dirty="0"/>
          </a:p>
          <a:p>
            <a:r>
              <a:rPr lang="en-US" dirty="0"/>
              <a:t>F:\PROJECTS\CISC192\gameflip\bin&gt;dir</a:t>
            </a:r>
          </a:p>
          <a:p>
            <a:r>
              <a:rPr lang="en-US" dirty="0"/>
              <a:t> Volume in drive F is 2HARRISBURG</a:t>
            </a:r>
          </a:p>
          <a:p>
            <a:r>
              <a:rPr lang="en-US" dirty="0"/>
              <a:t> Volume Serial Number is C476-1DDA</a:t>
            </a:r>
          </a:p>
          <a:p>
            <a:endParaRPr lang="en-US" dirty="0"/>
          </a:p>
          <a:p>
            <a:r>
              <a:rPr lang="en-US" dirty="0"/>
              <a:t> Directory of F:\PROJECTS\CISC192\gameflip\bin</a:t>
            </a:r>
          </a:p>
          <a:p>
            <a:endParaRPr lang="en-US" dirty="0"/>
          </a:p>
          <a:p>
            <a:r>
              <a:rPr lang="en-US" dirty="0"/>
              <a:t>06/09/2016  08:37 AM    &lt;DIR&gt;          .</a:t>
            </a:r>
          </a:p>
          <a:p>
            <a:r>
              <a:rPr lang="en-US" dirty="0"/>
              <a:t>06/09/2016  08:37 AM    &lt;DIR&gt;          ..</a:t>
            </a:r>
          </a:p>
          <a:p>
            <a:r>
              <a:rPr lang="en-US" dirty="0"/>
              <a:t>06/09/2016  08:40 AM    &lt;DIR&gt;          Debug</a:t>
            </a:r>
          </a:p>
          <a:p>
            <a:r>
              <a:rPr lang="en-US" dirty="0"/>
              <a:t>               0 File(s)              0 </a:t>
            </a:r>
            <a:r>
              <a:rPr lang="en-US" dirty="0" smtClean="0"/>
              <a:t>bytes</a:t>
            </a:r>
          </a:p>
          <a:p>
            <a:r>
              <a:rPr lang="en-US" dirty="0" smtClean="0"/>
              <a:t>Now, CD into Debug:</a:t>
            </a:r>
          </a:p>
          <a:p>
            <a:r>
              <a:rPr lang="en-US" dirty="0"/>
              <a:t>F:\PROJECTS\CISC192\gameflip\bin&gt;cd Debug</a:t>
            </a:r>
          </a:p>
          <a:p>
            <a:endParaRPr lang="en-US" dirty="0"/>
          </a:p>
          <a:p>
            <a:r>
              <a:rPr lang="en-US" dirty="0"/>
              <a:t>F:\PROJECTS\CISC192\gameflip\bin\Debug&gt;dir</a:t>
            </a:r>
          </a:p>
          <a:p>
            <a:r>
              <a:rPr lang="en-US" dirty="0"/>
              <a:t> Volume in drive F is 2HARRISBURG</a:t>
            </a:r>
          </a:p>
          <a:p>
            <a:r>
              <a:rPr lang="en-US" dirty="0"/>
              <a:t> Volume Serial Number is C476-1DDA</a:t>
            </a:r>
          </a:p>
          <a:p>
            <a:endParaRPr lang="en-US" dirty="0"/>
          </a:p>
          <a:p>
            <a:r>
              <a:rPr lang="en-US" dirty="0"/>
              <a:t> Directory of F:\PROJECTS\CISC192\gameflip\bin\Debug</a:t>
            </a:r>
          </a:p>
          <a:p>
            <a:endParaRPr lang="en-US" dirty="0"/>
          </a:p>
          <a:p>
            <a:r>
              <a:rPr lang="en-US" dirty="0"/>
              <a:t>06/09/2016  08:40 AM    &lt;DIR&gt;          .</a:t>
            </a:r>
          </a:p>
          <a:p>
            <a:r>
              <a:rPr lang="en-US" dirty="0"/>
              <a:t>06/09/2016  08:40 AM    &lt;DIR&gt;          ..</a:t>
            </a:r>
          </a:p>
          <a:p>
            <a:r>
              <a:rPr lang="en-US" dirty="0"/>
              <a:t>06/09/2016  08:40 AM           966,558 </a:t>
            </a:r>
            <a:r>
              <a:rPr lang="en-US" dirty="0" smtClean="0"/>
              <a:t>gameflip.exe     THIS IS THE COMPILED PROGRAM!!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27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" y="228600"/>
            <a:ext cx="118300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run an *.EXE program by typing its name (and any other arguments you want):</a:t>
            </a:r>
          </a:p>
          <a:p>
            <a:r>
              <a:rPr lang="en-US" dirty="0"/>
              <a:t>F:\PROJECTS\CISC192\gameflip\bin\Debug&gt;gameflip alpha beta pizza artichoke</a:t>
            </a:r>
          </a:p>
          <a:p>
            <a:r>
              <a:rPr lang="en-US" dirty="0"/>
              <a:t>GAMEFLIP received these arguments:</a:t>
            </a:r>
          </a:p>
          <a:p>
            <a:r>
              <a:rPr lang="en-US" dirty="0" err="1"/>
              <a:t>argc</a:t>
            </a:r>
            <a:r>
              <a:rPr lang="en-US" dirty="0"/>
              <a:t>: 5</a:t>
            </a:r>
          </a:p>
          <a:p>
            <a:r>
              <a:rPr lang="en-US" dirty="0" err="1"/>
              <a:t>argv</a:t>
            </a:r>
            <a:r>
              <a:rPr lang="en-US" dirty="0"/>
              <a:t>[0]: </a:t>
            </a:r>
            <a:r>
              <a:rPr lang="en-US" dirty="0" err="1"/>
              <a:t>gameflip</a:t>
            </a:r>
            <a:endParaRPr lang="en-US" dirty="0"/>
          </a:p>
          <a:p>
            <a:r>
              <a:rPr lang="en-US" dirty="0" err="1"/>
              <a:t>argv</a:t>
            </a:r>
            <a:r>
              <a:rPr lang="en-US" dirty="0"/>
              <a:t>[1]: alpha</a:t>
            </a:r>
          </a:p>
          <a:p>
            <a:r>
              <a:rPr lang="en-US" dirty="0" err="1"/>
              <a:t>argv</a:t>
            </a:r>
            <a:r>
              <a:rPr lang="en-US" dirty="0"/>
              <a:t>[2]: beta</a:t>
            </a:r>
          </a:p>
          <a:p>
            <a:r>
              <a:rPr lang="en-US" dirty="0" err="1"/>
              <a:t>argv</a:t>
            </a:r>
            <a:r>
              <a:rPr lang="en-US" dirty="0"/>
              <a:t>[3]: pizza</a:t>
            </a:r>
          </a:p>
          <a:p>
            <a:r>
              <a:rPr lang="en-US" dirty="0" err="1"/>
              <a:t>argv</a:t>
            </a:r>
            <a:r>
              <a:rPr lang="en-US" dirty="0"/>
              <a:t>[4]: artichoke</a:t>
            </a:r>
          </a:p>
        </p:txBody>
      </p:sp>
    </p:spTree>
    <p:extLst>
      <p:ext uri="{BB962C8B-B14F-4D97-AF65-F5344CB8AC3E}">
        <p14:creationId xmlns:p14="http://schemas.microsoft.com/office/powerpoint/2010/main" val="376295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33475" y="2905125"/>
            <a:ext cx="10096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Command line Arguments allow us to put more “intelligence” into our programs, so one program can do several related things without the programmer needing to re-write it. This is a very common way to write software.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99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TC103457485[[fn=Mesh]]</Template>
  <TotalTime>48</TotalTime>
  <Words>786</Words>
  <Application>Microsoft Office PowerPoint</Application>
  <PresentationFormat>Widescreen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Mesh</vt:lpstr>
      <vt:lpstr>Program arguments</vt:lpstr>
      <vt:lpstr>PowerPoint Presentation</vt:lpstr>
      <vt:lpstr>Make Codeblocks provide the args</vt:lpstr>
      <vt:lpstr>A C++ program’s args:</vt:lpstr>
      <vt:lpstr>PowerPoint Presentation</vt:lpstr>
      <vt:lpstr>Running from the Win command line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arguments</dc:title>
  <dc:creator>h</dc:creator>
  <cp:lastModifiedBy>h</cp:lastModifiedBy>
  <cp:revision>8</cp:revision>
  <dcterms:created xsi:type="dcterms:W3CDTF">2016-06-09T15:02:22Z</dcterms:created>
  <dcterms:modified xsi:type="dcterms:W3CDTF">2016-06-09T15:50:29Z</dcterms:modified>
</cp:coreProperties>
</file>